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86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6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5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32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4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09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5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24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8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5037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14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26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30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87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8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80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Face Mask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0"/>
            <a:ext cx="7315200" cy="1326425"/>
          </a:xfrm>
        </p:spPr>
        <p:txBody>
          <a:bodyPr>
            <a:normAutofit/>
          </a:bodyPr>
          <a:lstStyle/>
          <a:p>
            <a:r>
              <a:rPr dirty="0"/>
              <a:t>Data Flow using Deep Learnin</a:t>
            </a:r>
            <a:r>
              <a:rPr lang="en-US" dirty="0"/>
              <a:t>g</a:t>
            </a:r>
          </a:p>
          <a:p>
            <a:endParaRPr lang="en-US" dirty="0"/>
          </a:p>
          <a:p>
            <a:pPr algn="r"/>
            <a:r>
              <a:rPr lang="en-US" dirty="0"/>
              <a:t>Presented by: Jayashree M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 Mask Detector -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Import required libraries</a:t>
            </a:r>
          </a:p>
          <a:p>
            <a:pPr>
              <a:defRPr sz="2000"/>
            </a:pPr>
            <a:r>
              <a:t>Load dataset</a:t>
            </a:r>
          </a:p>
          <a:p>
            <a:pPr>
              <a:defRPr sz="2000"/>
            </a:pPr>
            <a:r>
              <a:t>Convert dataset into list</a:t>
            </a:r>
          </a:p>
          <a:p>
            <a:pPr>
              <a:defRPr sz="2000"/>
            </a:pPr>
            <a:r>
              <a:t>Create data list for input</a:t>
            </a:r>
          </a:p>
          <a:p>
            <a:pPr>
              <a:defRPr sz="2000"/>
            </a:pPr>
            <a:r>
              <a:t>Create labels list for output</a:t>
            </a:r>
          </a:p>
          <a:p>
            <a:pPr>
              <a:defRPr sz="2000"/>
            </a:pPr>
            <a:r>
              <a:t>Convert data list into float array</a:t>
            </a:r>
          </a:p>
          <a:p>
            <a:pPr>
              <a:defRPr sz="2000"/>
            </a:pPr>
            <a:r>
              <a:t>Convert labels list into array</a:t>
            </a:r>
          </a:p>
          <a:p>
            <a:pPr>
              <a:defRPr sz="2000"/>
            </a:pPr>
            <a:r>
              <a:t>Convert labels to categorical using one-hot encoding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Preparation and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t>Split dataset into training and testing sets</a:t>
            </a:r>
          </a:p>
          <a:p>
            <a:pPr>
              <a:defRPr sz="2000"/>
            </a:pPr>
            <a:r>
              <a:t>Perform data augmentation on training images</a:t>
            </a:r>
          </a:p>
          <a:p>
            <a:pPr>
              <a:defRPr sz="2000"/>
            </a:pPr>
            <a:r>
              <a:t>Use pretrained MobileNetV2 model</a:t>
            </a:r>
          </a:p>
          <a:p>
            <a:pPr>
              <a:defRPr sz="2000"/>
            </a:pPr>
            <a:r>
              <a:t>Create model head</a:t>
            </a:r>
          </a:p>
          <a:p>
            <a:pPr>
              <a:defRPr sz="2000"/>
            </a:pPr>
            <a:r>
              <a:t>Freeze base model layers</a:t>
            </a:r>
          </a:p>
          <a:p>
            <a:pPr>
              <a:defRPr sz="2000"/>
            </a:pPr>
            <a:r>
              <a:t>Compile the model</a:t>
            </a:r>
          </a:p>
          <a:p>
            <a:pPr>
              <a:defRPr sz="2000"/>
            </a:pPr>
            <a:r>
              <a:t>Train the model</a:t>
            </a:r>
          </a:p>
          <a:p>
            <a:pPr>
              <a:defRPr sz="2000"/>
            </a:pPr>
            <a:r>
              <a:t>Predict the test set</a:t>
            </a:r>
          </a:p>
          <a:p>
            <a:pPr>
              <a:defRPr sz="2000"/>
            </a:pPr>
            <a:r>
              <a:t>Evaluate the model</a:t>
            </a:r>
          </a:p>
          <a:p>
            <a:pPr>
              <a:defRPr sz="2000"/>
            </a:pPr>
            <a:r>
              <a:t>Save the trained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1968" y="1929752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Import Libraries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967799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Load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1968" y="2957378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/>
              <a:t>Create Data &amp;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5705" y="2939887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/>
              <a:t>Convert </a:t>
            </a:r>
            <a:r>
              <a:rPr lang="en-US" dirty="0"/>
              <a:t>into </a:t>
            </a:r>
            <a:r>
              <a:rPr dirty="0"/>
              <a:t>Arrays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1968" y="3933761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lang="en-US" dirty="0"/>
              <a:t>Labels - </a:t>
            </a:r>
            <a:r>
              <a:rPr dirty="0"/>
              <a:t>One-Hot Encoding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5705" y="3900008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/>
              <a:t>Train-Test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968" y="4910144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/>
              <a:t>Data Augmentation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836501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lang="en-US" dirty="0"/>
              <a:t>Base model -</a:t>
            </a:r>
            <a:r>
              <a:rPr dirty="0"/>
              <a:t>MobileNetV2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1968" y="5812884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/>
              <a:t>Train </a:t>
            </a:r>
            <a:r>
              <a:rPr lang="en-US" dirty="0"/>
              <a:t>and evaluate </a:t>
            </a:r>
            <a:r>
              <a:rPr dirty="0"/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5760720"/>
            <a:ext cx="27432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/>
              <a:t>Save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 Mask Video -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Import required libraries</a:t>
            </a:r>
          </a:p>
          <a:p>
            <a:pPr>
              <a:defRPr sz="2000"/>
            </a:pPr>
            <a:r>
              <a:rPr dirty="0"/>
              <a:t>Define </a:t>
            </a:r>
            <a:r>
              <a:rPr dirty="0" err="1"/>
              <a:t>detect_and_predict_mask</a:t>
            </a:r>
            <a:r>
              <a:rPr dirty="0"/>
              <a:t>() function</a:t>
            </a:r>
          </a:p>
          <a:p>
            <a:pPr marL="0" indent="0">
              <a:buNone/>
              <a:defRPr sz="2000"/>
            </a:pPr>
            <a:r>
              <a:rPr lang="en-US" dirty="0"/>
              <a:t>-&gt; </a:t>
            </a:r>
            <a:r>
              <a:rPr dirty="0"/>
              <a:t>Use </a:t>
            </a:r>
            <a:r>
              <a:rPr dirty="0" err="1"/>
              <a:t>faceNet</a:t>
            </a:r>
            <a:r>
              <a:rPr dirty="0"/>
              <a:t> to detect faces</a:t>
            </a:r>
          </a:p>
          <a:p>
            <a:pPr marL="0" indent="0">
              <a:buNone/>
              <a:defRPr sz="2000"/>
            </a:pPr>
            <a:r>
              <a:rPr lang="en-US" dirty="0"/>
              <a:t>-&gt;</a:t>
            </a:r>
            <a:r>
              <a:rPr dirty="0"/>
              <a:t>Detect only the face region from the frame</a:t>
            </a:r>
          </a:p>
          <a:p>
            <a:pPr marL="0" indent="0">
              <a:buNone/>
              <a:defRPr sz="2000"/>
            </a:pPr>
            <a:r>
              <a:rPr lang="en-US" dirty="0"/>
              <a:t>-&gt;</a:t>
            </a:r>
            <a:r>
              <a:rPr dirty="0"/>
              <a:t>Predict whether the person is wearing a mask or not</a:t>
            </a:r>
          </a:p>
          <a:p>
            <a:pPr>
              <a:defRPr sz="2000"/>
            </a:pPr>
            <a:r>
              <a:rPr dirty="0"/>
              <a:t>Load pretrained face detector model</a:t>
            </a:r>
          </a:p>
          <a:p>
            <a:pPr>
              <a:defRPr sz="2000"/>
            </a:pPr>
            <a:r>
              <a:rPr dirty="0"/>
              <a:t>Load trained mask detector model</a:t>
            </a:r>
          </a:p>
          <a:p>
            <a:pPr>
              <a:defRPr sz="2000"/>
            </a:pPr>
            <a:r>
              <a:rPr dirty="0"/>
              <a:t>Open webcam using </a:t>
            </a:r>
            <a:r>
              <a:rPr dirty="0" err="1"/>
              <a:t>VideoStream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Detection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Capture the input frame</a:t>
            </a:r>
          </a:p>
          <a:p>
            <a:pPr>
              <a:defRPr sz="2000"/>
            </a:pPr>
            <a:r>
              <a:rPr dirty="0"/>
              <a:t>Call </a:t>
            </a:r>
            <a:r>
              <a:rPr dirty="0" err="1"/>
              <a:t>detect_and_predict_mask</a:t>
            </a:r>
            <a:r>
              <a:rPr dirty="0"/>
              <a:t>() function</a:t>
            </a:r>
          </a:p>
          <a:p>
            <a:pPr>
              <a:defRPr sz="2000"/>
            </a:pPr>
            <a:r>
              <a:rPr dirty="0"/>
              <a:t>Display result as Mask or No Mask</a:t>
            </a:r>
          </a:p>
          <a:p>
            <a:pPr>
              <a:defRPr sz="2000"/>
            </a:pPr>
            <a:r>
              <a:rPr dirty="0"/>
              <a:t>Continue prediction until </a:t>
            </a:r>
            <a:r>
              <a:rPr lang="en-US" dirty="0"/>
              <a:t>'q’ </a:t>
            </a:r>
            <a:r>
              <a:rPr dirty="0"/>
              <a:t>key </a:t>
            </a:r>
            <a:r>
              <a:rPr lang="en-US" dirty="0"/>
              <a:t>is </a:t>
            </a:r>
            <a:r>
              <a:rPr dirty="0"/>
              <a:t>press</a:t>
            </a:r>
            <a:r>
              <a:rPr lang="en-US" dirty="0"/>
              <a:t>ed</a:t>
            </a:r>
            <a:endParaRPr dirty="0"/>
          </a:p>
          <a:p>
            <a:pPr>
              <a:defRPr sz="2000"/>
            </a:pPr>
            <a:r>
              <a:rPr dirty="0"/>
              <a:t>Stop the video stream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Detection Flow</a:t>
            </a:r>
          </a:p>
        </p:txBody>
      </p:sp>
      <p:sp>
        <p:nvSpPr>
          <p:cNvPr id="3" name="Chevron 2"/>
          <p:cNvSpPr/>
          <p:nvPr/>
        </p:nvSpPr>
        <p:spPr>
          <a:xfrm>
            <a:off x="571500" y="1821436"/>
            <a:ext cx="6400800" cy="457200"/>
          </a:xfrm>
          <a:prstGeom prst="chevron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Open Webcam</a:t>
            </a:r>
          </a:p>
        </p:txBody>
      </p:sp>
      <p:sp>
        <p:nvSpPr>
          <p:cNvPr id="4" name="Chevron 3"/>
          <p:cNvSpPr/>
          <p:nvPr/>
        </p:nvSpPr>
        <p:spPr>
          <a:xfrm>
            <a:off x="640080" y="2681053"/>
            <a:ext cx="6400800" cy="457200"/>
          </a:xfrm>
          <a:prstGeom prst="chevron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Capture Frame</a:t>
            </a:r>
          </a:p>
        </p:txBody>
      </p:sp>
      <p:sp>
        <p:nvSpPr>
          <p:cNvPr id="5" name="Chevron 4"/>
          <p:cNvSpPr/>
          <p:nvPr/>
        </p:nvSpPr>
        <p:spPr>
          <a:xfrm>
            <a:off x="578710" y="3549734"/>
            <a:ext cx="6400800" cy="457200"/>
          </a:xfrm>
          <a:prstGeom prst="chevron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Detect Face</a:t>
            </a:r>
          </a:p>
        </p:txBody>
      </p:sp>
      <p:sp>
        <p:nvSpPr>
          <p:cNvPr id="6" name="Chevron 5"/>
          <p:cNvSpPr/>
          <p:nvPr/>
        </p:nvSpPr>
        <p:spPr>
          <a:xfrm>
            <a:off x="640080" y="4462437"/>
            <a:ext cx="6400800" cy="457200"/>
          </a:xfrm>
          <a:prstGeom prst="chevron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rPr dirty="0"/>
              <a:t>Predict Mask / No Mask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5278032"/>
            <a:ext cx="6400800" cy="457200"/>
          </a:xfrm>
          <a:prstGeom prst="chevron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Display Result</a:t>
            </a:r>
          </a:p>
        </p:txBody>
      </p:sp>
      <p:sp>
        <p:nvSpPr>
          <p:cNvPr id="8" name="Chevron 7"/>
          <p:cNvSpPr/>
          <p:nvPr/>
        </p:nvSpPr>
        <p:spPr>
          <a:xfrm>
            <a:off x="732133" y="6093627"/>
            <a:ext cx="6400800" cy="457200"/>
          </a:xfrm>
          <a:prstGeom prst="chevron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/>
            </a:pPr>
            <a:r>
              <a:t>Repeat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Face Mask Detection System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15</TotalTime>
  <Words>255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Face Mask Detection System</vt:lpstr>
      <vt:lpstr>Train Mask Detector - Data Flow</vt:lpstr>
      <vt:lpstr>Dataset Preparation and Training</vt:lpstr>
      <vt:lpstr>Training Flow Diagram</vt:lpstr>
      <vt:lpstr>Detect Mask Video - Data Flow</vt:lpstr>
      <vt:lpstr>Real-Time Detection Process</vt:lpstr>
      <vt:lpstr>Real-Time Detection Flow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jayashree0508@gmail.com</cp:lastModifiedBy>
  <cp:revision>3</cp:revision>
  <dcterms:created xsi:type="dcterms:W3CDTF">2013-01-27T09:14:16Z</dcterms:created>
  <dcterms:modified xsi:type="dcterms:W3CDTF">2026-05-21T07:22:20Z</dcterms:modified>
  <cp:category/>
</cp:coreProperties>
</file>